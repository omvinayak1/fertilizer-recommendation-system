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2">
        <a:tint val="75000"/>
      </a:schemeClr>
      <a:schemeClr val="accent3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72BE79-E5E6-4015-AAEC-75E887153769}" type="doc">
      <dgm:prSet loTypeId="urn:microsoft.com/office/officeart/2005/8/layout/bProcess3" loCatId="process" qsTypeId="urn:microsoft.com/office/officeart/2005/8/quickstyle/3d2" qsCatId="3D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5F3318CF-879C-4979-B00B-0022E3F85CD6}">
      <dgm:prSet phldrT="[Text]"/>
      <dgm:spPr/>
      <dgm:t>
        <a:bodyPr/>
        <a:lstStyle/>
        <a:p>
          <a:r>
            <a:rPr lang="en-IN" dirty="0"/>
            <a:t>Soil + Crop </a:t>
          </a:r>
        </a:p>
      </dgm:t>
    </dgm:pt>
    <dgm:pt modelId="{4B9D5370-E92F-4D91-9034-C3E8B90F231D}" type="parTrans" cxnId="{CAFC76C5-13EA-400A-A29A-3A79F3EE81D6}">
      <dgm:prSet/>
      <dgm:spPr/>
      <dgm:t>
        <a:bodyPr/>
        <a:lstStyle/>
        <a:p>
          <a:endParaRPr lang="en-IN"/>
        </a:p>
      </dgm:t>
    </dgm:pt>
    <dgm:pt modelId="{FFC8037B-4E46-4DD7-80DF-1DB695921364}" type="sibTrans" cxnId="{CAFC76C5-13EA-400A-A29A-3A79F3EE81D6}">
      <dgm:prSet/>
      <dgm:spPr/>
      <dgm:t>
        <a:bodyPr/>
        <a:lstStyle/>
        <a:p>
          <a:endParaRPr lang="en-IN"/>
        </a:p>
      </dgm:t>
    </dgm:pt>
    <dgm:pt modelId="{5AD652E3-53C9-4C25-B686-9F33F2C48761}">
      <dgm:prSet phldrT="[Text]"/>
      <dgm:spPr/>
      <dgm:t>
        <a:bodyPr/>
        <a:lstStyle/>
        <a:p>
          <a:r>
            <a:rPr lang="en-IN" dirty="0"/>
            <a:t>Environmental Inputs </a:t>
          </a:r>
        </a:p>
      </dgm:t>
    </dgm:pt>
    <dgm:pt modelId="{276B29A7-9354-4B2D-AC97-98D1F99D5150}" type="parTrans" cxnId="{9B14A83E-52B7-4B94-8F7B-6E34C8B2F246}">
      <dgm:prSet/>
      <dgm:spPr/>
      <dgm:t>
        <a:bodyPr/>
        <a:lstStyle/>
        <a:p>
          <a:endParaRPr lang="en-IN"/>
        </a:p>
      </dgm:t>
    </dgm:pt>
    <dgm:pt modelId="{A9C0525A-F1A7-43DA-AECA-71D8886C9021}" type="sibTrans" cxnId="{9B14A83E-52B7-4B94-8F7B-6E34C8B2F246}">
      <dgm:prSet/>
      <dgm:spPr/>
      <dgm:t>
        <a:bodyPr/>
        <a:lstStyle/>
        <a:p>
          <a:endParaRPr lang="en-IN"/>
        </a:p>
      </dgm:t>
    </dgm:pt>
    <dgm:pt modelId="{395879D2-9147-4391-A6D0-2FA24D242291}">
      <dgm:prSet phldrT="[Text]"/>
      <dgm:spPr/>
      <dgm:t>
        <a:bodyPr/>
        <a:lstStyle/>
        <a:p>
          <a:r>
            <a:rPr lang="en-IN" dirty="0"/>
            <a:t>Preprocessing</a:t>
          </a:r>
        </a:p>
      </dgm:t>
    </dgm:pt>
    <dgm:pt modelId="{DCDC2C19-2C9F-4A95-800E-956C6C8B92F6}" type="parTrans" cxnId="{1D9F5CF0-584E-48DD-8437-561C1EE6EBD1}">
      <dgm:prSet/>
      <dgm:spPr/>
      <dgm:t>
        <a:bodyPr/>
        <a:lstStyle/>
        <a:p>
          <a:endParaRPr lang="en-IN"/>
        </a:p>
      </dgm:t>
    </dgm:pt>
    <dgm:pt modelId="{19B62E86-E25A-4729-83A6-F8CB3269C649}" type="sibTrans" cxnId="{1D9F5CF0-584E-48DD-8437-561C1EE6EBD1}">
      <dgm:prSet/>
      <dgm:spPr/>
      <dgm:t>
        <a:bodyPr/>
        <a:lstStyle/>
        <a:p>
          <a:endParaRPr lang="en-IN"/>
        </a:p>
      </dgm:t>
    </dgm:pt>
    <dgm:pt modelId="{6B8CB09B-1197-4317-A610-92119323173E}">
      <dgm:prSet phldrT="[Text]"/>
      <dgm:spPr/>
      <dgm:t>
        <a:bodyPr/>
        <a:lstStyle/>
        <a:p>
          <a:r>
            <a:rPr lang="en-IN" dirty="0"/>
            <a:t>Feature Preparation </a:t>
          </a:r>
        </a:p>
      </dgm:t>
    </dgm:pt>
    <dgm:pt modelId="{561ED1AF-0691-48BC-BF36-E584FA77170D}" type="parTrans" cxnId="{C421C8F1-EE5B-44CC-9F71-322F02F5DF6D}">
      <dgm:prSet/>
      <dgm:spPr/>
      <dgm:t>
        <a:bodyPr/>
        <a:lstStyle/>
        <a:p>
          <a:endParaRPr lang="en-IN"/>
        </a:p>
      </dgm:t>
    </dgm:pt>
    <dgm:pt modelId="{64919C03-3417-485F-A406-3505256B7187}" type="sibTrans" cxnId="{C421C8F1-EE5B-44CC-9F71-322F02F5DF6D}">
      <dgm:prSet/>
      <dgm:spPr/>
      <dgm:t>
        <a:bodyPr/>
        <a:lstStyle/>
        <a:p>
          <a:endParaRPr lang="en-IN"/>
        </a:p>
      </dgm:t>
    </dgm:pt>
    <dgm:pt modelId="{D7EA1EC1-E9F5-433B-8BEA-B585749984CD}">
      <dgm:prSet phldrT="[Text]"/>
      <dgm:spPr/>
      <dgm:t>
        <a:bodyPr/>
        <a:lstStyle/>
        <a:p>
          <a:r>
            <a:rPr lang="en-IN" dirty="0"/>
            <a:t>Multiple ML Models</a:t>
          </a:r>
        </a:p>
      </dgm:t>
    </dgm:pt>
    <dgm:pt modelId="{FA4FB65C-7DB9-4888-858D-E2BA312A2F50}" type="parTrans" cxnId="{740204B0-0715-40EF-BD30-3543B3933EA8}">
      <dgm:prSet/>
      <dgm:spPr/>
      <dgm:t>
        <a:bodyPr/>
        <a:lstStyle/>
        <a:p>
          <a:endParaRPr lang="en-IN"/>
        </a:p>
      </dgm:t>
    </dgm:pt>
    <dgm:pt modelId="{8D77FCE7-8D55-4A4F-8CD0-75FFDFF60A96}" type="sibTrans" cxnId="{740204B0-0715-40EF-BD30-3543B3933EA8}">
      <dgm:prSet/>
      <dgm:spPr/>
      <dgm:t>
        <a:bodyPr/>
        <a:lstStyle/>
        <a:p>
          <a:endParaRPr lang="en-IN"/>
        </a:p>
      </dgm:t>
    </dgm:pt>
    <dgm:pt modelId="{2B6EE27C-F9B2-4956-8223-B77F0DCC3124}">
      <dgm:prSet phldrT="[Text]"/>
      <dgm:spPr/>
      <dgm:t>
        <a:bodyPr/>
        <a:lstStyle/>
        <a:p>
          <a:r>
            <a:rPr lang="en-IN" dirty="0"/>
            <a:t>Model Comparison/Tuning </a:t>
          </a:r>
        </a:p>
      </dgm:t>
    </dgm:pt>
    <dgm:pt modelId="{F5E3A3F2-DE4C-4611-9381-064C5174F252}" type="parTrans" cxnId="{DB55F5D9-E1FE-4C20-903B-8240B83827E4}">
      <dgm:prSet/>
      <dgm:spPr/>
      <dgm:t>
        <a:bodyPr/>
        <a:lstStyle/>
        <a:p>
          <a:endParaRPr lang="en-IN"/>
        </a:p>
      </dgm:t>
    </dgm:pt>
    <dgm:pt modelId="{9D7EA4AA-5E31-4645-B5AC-63F0DFF10260}" type="sibTrans" cxnId="{DB55F5D9-E1FE-4C20-903B-8240B83827E4}">
      <dgm:prSet/>
      <dgm:spPr/>
      <dgm:t>
        <a:bodyPr/>
        <a:lstStyle/>
        <a:p>
          <a:endParaRPr lang="en-IN"/>
        </a:p>
      </dgm:t>
    </dgm:pt>
    <dgm:pt modelId="{1E34716F-8941-4B5C-B395-7C4CBC704666}">
      <dgm:prSet phldrT="[Text]"/>
      <dgm:spPr/>
      <dgm:t>
        <a:bodyPr/>
        <a:lstStyle/>
        <a:p>
          <a:r>
            <a:rPr lang="en-IN" dirty="0"/>
            <a:t>Fertilizer Recommendation</a:t>
          </a:r>
        </a:p>
      </dgm:t>
    </dgm:pt>
    <dgm:pt modelId="{7BCE7B49-B9A9-4214-9D31-1070BBDFDB99}" type="parTrans" cxnId="{5EB017B3-B2CB-425C-B760-3D7D5B74ABD8}">
      <dgm:prSet/>
      <dgm:spPr/>
      <dgm:t>
        <a:bodyPr/>
        <a:lstStyle/>
        <a:p>
          <a:endParaRPr lang="en-IN"/>
        </a:p>
      </dgm:t>
    </dgm:pt>
    <dgm:pt modelId="{1F3C6DA6-413B-420A-9379-8497E089B06D}" type="sibTrans" cxnId="{5EB017B3-B2CB-425C-B760-3D7D5B74ABD8}">
      <dgm:prSet/>
      <dgm:spPr/>
      <dgm:t>
        <a:bodyPr/>
        <a:lstStyle/>
        <a:p>
          <a:endParaRPr lang="en-IN"/>
        </a:p>
      </dgm:t>
    </dgm:pt>
    <dgm:pt modelId="{4A67795C-2DF9-4D44-8C84-20105C4914D6}" type="pres">
      <dgm:prSet presAssocID="{A772BE79-E5E6-4015-AAEC-75E887153769}" presName="Name0" presStyleCnt="0">
        <dgm:presLayoutVars>
          <dgm:dir/>
          <dgm:resizeHandles val="exact"/>
        </dgm:presLayoutVars>
      </dgm:prSet>
      <dgm:spPr/>
    </dgm:pt>
    <dgm:pt modelId="{2C58166E-1920-4EBF-A1C8-D07E5F3F17D7}" type="pres">
      <dgm:prSet presAssocID="{5F3318CF-879C-4979-B00B-0022E3F85CD6}" presName="node" presStyleLbl="node1" presStyleIdx="0" presStyleCnt="7">
        <dgm:presLayoutVars>
          <dgm:bulletEnabled val="1"/>
        </dgm:presLayoutVars>
      </dgm:prSet>
      <dgm:spPr/>
    </dgm:pt>
    <dgm:pt modelId="{2EB7319D-F2BE-4D3A-BF93-C59CCB56FD07}" type="pres">
      <dgm:prSet presAssocID="{FFC8037B-4E46-4DD7-80DF-1DB695921364}" presName="sibTrans" presStyleLbl="sibTrans1D1" presStyleIdx="0" presStyleCnt="6"/>
      <dgm:spPr/>
    </dgm:pt>
    <dgm:pt modelId="{41C7597B-04FE-4D11-8E1C-A45FB42D7D68}" type="pres">
      <dgm:prSet presAssocID="{FFC8037B-4E46-4DD7-80DF-1DB695921364}" presName="connectorText" presStyleLbl="sibTrans1D1" presStyleIdx="0" presStyleCnt="6"/>
      <dgm:spPr/>
    </dgm:pt>
    <dgm:pt modelId="{1063E68E-846B-4DF8-9D82-30344D1FE881}" type="pres">
      <dgm:prSet presAssocID="{5AD652E3-53C9-4C25-B686-9F33F2C48761}" presName="node" presStyleLbl="node1" presStyleIdx="1" presStyleCnt="7">
        <dgm:presLayoutVars>
          <dgm:bulletEnabled val="1"/>
        </dgm:presLayoutVars>
      </dgm:prSet>
      <dgm:spPr/>
    </dgm:pt>
    <dgm:pt modelId="{6CF07C53-DB4D-4E6D-AF91-43C167776542}" type="pres">
      <dgm:prSet presAssocID="{A9C0525A-F1A7-43DA-AECA-71D8886C9021}" presName="sibTrans" presStyleLbl="sibTrans1D1" presStyleIdx="1" presStyleCnt="6"/>
      <dgm:spPr/>
    </dgm:pt>
    <dgm:pt modelId="{7668960F-F602-4D30-91E3-0688FCEDAF8A}" type="pres">
      <dgm:prSet presAssocID="{A9C0525A-F1A7-43DA-AECA-71D8886C9021}" presName="connectorText" presStyleLbl="sibTrans1D1" presStyleIdx="1" presStyleCnt="6"/>
      <dgm:spPr/>
    </dgm:pt>
    <dgm:pt modelId="{3C93AA42-6876-4C1F-A289-E4215BB4DD2B}" type="pres">
      <dgm:prSet presAssocID="{395879D2-9147-4391-A6D0-2FA24D242291}" presName="node" presStyleLbl="node1" presStyleIdx="2" presStyleCnt="7">
        <dgm:presLayoutVars>
          <dgm:bulletEnabled val="1"/>
        </dgm:presLayoutVars>
      </dgm:prSet>
      <dgm:spPr/>
    </dgm:pt>
    <dgm:pt modelId="{421ED0E8-0E36-429D-99A7-5424BB027EFA}" type="pres">
      <dgm:prSet presAssocID="{19B62E86-E25A-4729-83A6-F8CB3269C649}" presName="sibTrans" presStyleLbl="sibTrans1D1" presStyleIdx="2" presStyleCnt="6"/>
      <dgm:spPr/>
    </dgm:pt>
    <dgm:pt modelId="{829E3F56-36FE-469C-94ED-813D269DEF60}" type="pres">
      <dgm:prSet presAssocID="{19B62E86-E25A-4729-83A6-F8CB3269C649}" presName="connectorText" presStyleLbl="sibTrans1D1" presStyleIdx="2" presStyleCnt="6"/>
      <dgm:spPr/>
    </dgm:pt>
    <dgm:pt modelId="{31542AA4-A32B-495C-8DDC-CD7A56E3CF0F}" type="pres">
      <dgm:prSet presAssocID="{6B8CB09B-1197-4317-A610-92119323173E}" presName="node" presStyleLbl="node1" presStyleIdx="3" presStyleCnt="7">
        <dgm:presLayoutVars>
          <dgm:bulletEnabled val="1"/>
        </dgm:presLayoutVars>
      </dgm:prSet>
      <dgm:spPr/>
    </dgm:pt>
    <dgm:pt modelId="{B2ABDBD1-A3CC-4DBA-ADE8-166580E7E8E5}" type="pres">
      <dgm:prSet presAssocID="{64919C03-3417-485F-A406-3505256B7187}" presName="sibTrans" presStyleLbl="sibTrans1D1" presStyleIdx="3" presStyleCnt="6"/>
      <dgm:spPr/>
    </dgm:pt>
    <dgm:pt modelId="{E74DB6B6-4C40-4029-A2C7-D05F11D41D7D}" type="pres">
      <dgm:prSet presAssocID="{64919C03-3417-485F-A406-3505256B7187}" presName="connectorText" presStyleLbl="sibTrans1D1" presStyleIdx="3" presStyleCnt="6"/>
      <dgm:spPr/>
    </dgm:pt>
    <dgm:pt modelId="{116DF05C-F1B6-4D0E-B56B-1061AEA1C0A8}" type="pres">
      <dgm:prSet presAssocID="{D7EA1EC1-E9F5-433B-8BEA-B585749984CD}" presName="node" presStyleLbl="node1" presStyleIdx="4" presStyleCnt="7">
        <dgm:presLayoutVars>
          <dgm:bulletEnabled val="1"/>
        </dgm:presLayoutVars>
      </dgm:prSet>
      <dgm:spPr/>
    </dgm:pt>
    <dgm:pt modelId="{23B3E7FF-DA29-48FF-820D-CC05EE4CA517}" type="pres">
      <dgm:prSet presAssocID="{8D77FCE7-8D55-4A4F-8CD0-75FFDFF60A96}" presName="sibTrans" presStyleLbl="sibTrans1D1" presStyleIdx="4" presStyleCnt="6"/>
      <dgm:spPr/>
    </dgm:pt>
    <dgm:pt modelId="{5B4681BF-037F-4959-B393-71DA476A2601}" type="pres">
      <dgm:prSet presAssocID="{8D77FCE7-8D55-4A4F-8CD0-75FFDFF60A96}" presName="connectorText" presStyleLbl="sibTrans1D1" presStyleIdx="4" presStyleCnt="6"/>
      <dgm:spPr/>
    </dgm:pt>
    <dgm:pt modelId="{718A40BD-6C7D-4C42-BDAF-050AF9744D43}" type="pres">
      <dgm:prSet presAssocID="{2B6EE27C-F9B2-4956-8223-B77F0DCC3124}" presName="node" presStyleLbl="node1" presStyleIdx="5" presStyleCnt="7">
        <dgm:presLayoutVars>
          <dgm:bulletEnabled val="1"/>
        </dgm:presLayoutVars>
      </dgm:prSet>
      <dgm:spPr/>
    </dgm:pt>
    <dgm:pt modelId="{49620524-F5DA-4378-8734-1B3224F85B5A}" type="pres">
      <dgm:prSet presAssocID="{9D7EA4AA-5E31-4645-B5AC-63F0DFF10260}" presName="sibTrans" presStyleLbl="sibTrans1D1" presStyleIdx="5" presStyleCnt="6"/>
      <dgm:spPr/>
    </dgm:pt>
    <dgm:pt modelId="{2ABA4B7D-98B7-43FA-8774-2A8D830EACA2}" type="pres">
      <dgm:prSet presAssocID="{9D7EA4AA-5E31-4645-B5AC-63F0DFF10260}" presName="connectorText" presStyleLbl="sibTrans1D1" presStyleIdx="5" presStyleCnt="6"/>
      <dgm:spPr/>
    </dgm:pt>
    <dgm:pt modelId="{C0708A3A-0E28-4165-950C-74F3C4BEFBFF}" type="pres">
      <dgm:prSet presAssocID="{1E34716F-8941-4B5C-B395-7C4CBC704666}" presName="node" presStyleLbl="node1" presStyleIdx="6" presStyleCnt="7">
        <dgm:presLayoutVars>
          <dgm:bulletEnabled val="1"/>
        </dgm:presLayoutVars>
      </dgm:prSet>
      <dgm:spPr/>
    </dgm:pt>
  </dgm:ptLst>
  <dgm:cxnLst>
    <dgm:cxn modelId="{04F16E06-92CD-4AC8-9E7B-0A48D5906067}" type="presOf" srcId="{A9C0525A-F1A7-43DA-AECA-71D8886C9021}" destId="{6CF07C53-DB4D-4E6D-AF91-43C167776542}" srcOrd="0" destOrd="0" presId="urn:microsoft.com/office/officeart/2005/8/layout/bProcess3"/>
    <dgm:cxn modelId="{609FA91F-61F6-453A-90CC-A2DA246F672D}" type="presOf" srcId="{9D7EA4AA-5E31-4645-B5AC-63F0DFF10260}" destId="{2ABA4B7D-98B7-43FA-8774-2A8D830EACA2}" srcOrd="1" destOrd="0" presId="urn:microsoft.com/office/officeart/2005/8/layout/bProcess3"/>
    <dgm:cxn modelId="{5C647329-3DF4-447A-AE82-0C3DBDFF10C3}" type="presOf" srcId="{A772BE79-E5E6-4015-AAEC-75E887153769}" destId="{4A67795C-2DF9-4D44-8C84-20105C4914D6}" srcOrd="0" destOrd="0" presId="urn:microsoft.com/office/officeart/2005/8/layout/bProcess3"/>
    <dgm:cxn modelId="{E255532E-7E56-41C1-A698-22128BEC1046}" type="presOf" srcId="{D7EA1EC1-E9F5-433B-8BEA-B585749984CD}" destId="{116DF05C-F1B6-4D0E-B56B-1061AEA1C0A8}" srcOrd="0" destOrd="0" presId="urn:microsoft.com/office/officeart/2005/8/layout/bProcess3"/>
    <dgm:cxn modelId="{9B14A83E-52B7-4B94-8F7B-6E34C8B2F246}" srcId="{A772BE79-E5E6-4015-AAEC-75E887153769}" destId="{5AD652E3-53C9-4C25-B686-9F33F2C48761}" srcOrd="1" destOrd="0" parTransId="{276B29A7-9354-4B2D-AC97-98D1F99D5150}" sibTransId="{A9C0525A-F1A7-43DA-AECA-71D8886C9021}"/>
    <dgm:cxn modelId="{64C73163-78FA-4239-8A1D-876CCF94FEB9}" type="presOf" srcId="{5F3318CF-879C-4979-B00B-0022E3F85CD6}" destId="{2C58166E-1920-4EBF-A1C8-D07E5F3F17D7}" srcOrd="0" destOrd="0" presId="urn:microsoft.com/office/officeart/2005/8/layout/bProcess3"/>
    <dgm:cxn modelId="{948A1365-604E-4183-B8D2-0C761D6D73C5}" type="presOf" srcId="{FFC8037B-4E46-4DD7-80DF-1DB695921364}" destId="{41C7597B-04FE-4D11-8E1C-A45FB42D7D68}" srcOrd="1" destOrd="0" presId="urn:microsoft.com/office/officeart/2005/8/layout/bProcess3"/>
    <dgm:cxn modelId="{9D967775-BF4E-4C64-8ED9-4177529E209D}" type="presOf" srcId="{6B8CB09B-1197-4317-A610-92119323173E}" destId="{31542AA4-A32B-495C-8DDC-CD7A56E3CF0F}" srcOrd="0" destOrd="0" presId="urn:microsoft.com/office/officeart/2005/8/layout/bProcess3"/>
    <dgm:cxn modelId="{1B8F4876-0708-4034-8084-B422A7606548}" type="presOf" srcId="{FFC8037B-4E46-4DD7-80DF-1DB695921364}" destId="{2EB7319D-F2BE-4D3A-BF93-C59CCB56FD07}" srcOrd="0" destOrd="0" presId="urn:microsoft.com/office/officeart/2005/8/layout/bProcess3"/>
    <dgm:cxn modelId="{F1001279-A0A3-40C1-8B72-A286D42DF6E7}" type="presOf" srcId="{64919C03-3417-485F-A406-3505256B7187}" destId="{B2ABDBD1-A3CC-4DBA-ADE8-166580E7E8E5}" srcOrd="0" destOrd="0" presId="urn:microsoft.com/office/officeart/2005/8/layout/bProcess3"/>
    <dgm:cxn modelId="{3D63C382-9E2D-4875-B551-B6705597ABCA}" type="presOf" srcId="{2B6EE27C-F9B2-4956-8223-B77F0DCC3124}" destId="{718A40BD-6C7D-4C42-BDAF-050AF9744D43}" srcOrd="0" destOrd="0" presId="urn:microsoft.com/office/officeart/2005/8/layout/bProcess3"/>
    <dgm:cxn modelId="{B9818FA0-4D26-4E1E-96DA-5564A503F87C}" type="presOf" srcId="{8D77FCE7-8D55-4A4F-8CD0-75FFDFF60A96}" destId="{23B3E7FF-DA29-48FF-820D-CC05EE4CA517}" srcOrd="0" destOrd="0" presId="urn:microsoft.com/office/officeart/2005/8/layout/bProcess3"/>
    <dgm:cxn modelId="{564704A3-012D-4D78-9FF5-C8730E2CA695}" type="presOf" srcId="{19B62E86-E25A-4729-83A6-F8CB3269C649}" destId="{829E3F56-36FE-469C-94ED-813D269DEF60}" srcOrd="1" destOrd="0" presId="urn:microsoft.com/office/officeart/2005/8/layout/bProcess3"/>
    <dgm:cxn modelId="{459F0EA3-257F-43E2-8BE5-AE332C2A8825}" type="presOf" srcId="{9D7EA4AA-5E31-4645-B5AC-63F0DFF10260}" destId="{49620524-F5DA-4378-8734-1B3224F85B5A}" srcOrd="0" destOrd="0" presId="urn:microsoft.com/office/officeart/2005/8/layout/bProcess3"/>
    <dgm:cxn modelId="{740204B0-0715-40EF-BD30-3543B3933EA8}" srcId="{A772BE79-E5E6-4015-AAEC-75E887153769}" destId="{D7EA1EC1-E9F5-433B-8BEA-B585749984CD}" srcOrd="4" destOrd="0" parTransId="{FA4FB65C-7DB9-4888-858D-E2BA312A2F50}" sibTransId="{8D77FCE7-8D55-4A4F-8CD0-75FFDFF60A96}"/>
    <dgm:cxn modelId="{6DDB6AB0-B154-4A40-8144-953659D91151}" type="presOf" srcId="{5AD652E3-53C9-4C25-B686-9F33F2C48761}" destId="{1063E68E-846B-4DF8-9D82-30344D1FE881}" srcOrd="0" destOrd="0" presId="urn:microsoft.com/office/officeart/2005/8/layout/bProcess3"/>
    <dgm:cxn modelId="{5EB017B3-B2CB-425C-B760-3D7D5B74ABD8}" srcId="{A772BE79-E5E6-4015-AAEC-75E887153769}" destId="{1E34716F-8941-4B5C-B395-7C4CBC704666}" srcOrd="6" destOrd="0" parTransId="{7BCE7B49-B9A9-4214-9D31-1070BBDFDB99}" sibTransId="{1F3C6DA6-413B-420A-9379-8497E089B06D}"/>
    <dgm:cxn modelId="{A934E0BE-59CF-44A1-94A5-74D9C37B4BE6}" type="presOf" srcId="{8D77FCE7-8D55-4A4F-8CD0-75FFDFF60A96}" destId="{5B4681BF-037F-4959-B393-71DA476A2601}" srcOrd="1" destOrd="0" presId="urn:microsoft.com/office/officeart/2005/8/layout/bProcess3"/>
    <dgm:cxn modelId="{CAFC76C5-13EA-400A-A29A-3A79F3EE81D6}" srcId="{A772BE79-E5E6-4015-AAEC-75E887153769}" destId="{5F3318CF-879C-4979-B00B-0022E3F85CD6}" srcOrd="0" destOrd="0" parTransId="{4B9D5370-E92F-4D91-9034-C3E8B90F231D}" sibTransId="{FFC8037B-4E46-4DD7-80DF-1DB695921364}"/>
    <dgm:cxn modelId="{BDE0F7CE-EC91-4B01-8A5A-B320A98FE5B1}" type="presOf" srcId="{A9C0525A-F1A7-43DA-AECA-71D8886C9021}" destId="{7668960F-F602-4D30-91E3-0688FCEDAF8A}" srcOrd="1" destOrd="0" presId="urn:microsoft.com/office/officeart/2005/8/layout/bProcess3"/>
    <dgm:cxn modelId="{56A644D9-6515-40D7-A936-9CF410C9A8E6}" type="presOf" srcId="{64919C03-3417-485F-A406-3505256B7187}" destId="{E74DB6B6-4C40-4029-A2C7-D05F11D41D7D}" srcOrd="1" destOrd="0" presId="urn:microsoft.com/office/officeart/2005/8/layout/bProcess3"/>
    <dgm:cxn modelId="{DB55F5D9-E1FE-4C20-903B-8240B83827E4}" srcId="{A772BE79-E5E6-4015-AAEC-75E887153769}" destId="{2B6EE27C-F9B2-4956-8223-B77F0DCC3124}" srcOrd="5" destOrd="0" parTransId="{F5E3A3F2-DE4C-4611-9381-064C5174F252}" sibTransId="{9D7EA4AA-5E31-4645-B5AC-63F0DFF10260}"/>
    <dgm:cxn modelId="{F2F1B8ED-BFE2-4E84-86C4-73985D6FC263}" type="presOf" srcId="{1E34716F-8941-4B5C-B395-7C4CBC704666}" destId="{C0708A3A-0E28-4165-950C-74F3C4BEFBFF}" srcOrd="0" destOrd="0" presId="urn:microsoft.com/office/officeart/2005/8/layout/bProcess3"/>
    <dgm:cxn modelId="{F4BE27F0-A2A9-46CD-8E15-7F433CD00458}" type="presOf" srcId="{395879D2-9147-4391-A6D0-2FA24D242291}" destId="{3C93AA42-6876-4C1F-A289-E4215BB4DD2B}" srcOrd="0" destOrd="0" presId="urn:microsoft.com/office/officeart/2005/8/layout/bProcess3"/>
    <dgm:cxn modelId="{1D9F5CF0-584E-48DD-8437-561C1EE6EBD1}" srcId="{A772BE79-E5E6-4015-AAEC-75E887153769}" destId="{395879D2-9147-4391-A6D0-2FA24D242291}" srcOrd="2" destOrd="0" parTransId="{DCDC2C19-2C9F-4A95-800E-956C6C8B92F6}" sibTransId="{19B62E86-E25A-4729-83A6-F8CB3269C649}"/>
    <dgm:cxn modelId="{C421C8F1-EE5B-44CC-9F71-322F02F5DF6D}" srcId="{A772BE79-E5E6-4015-AAEC-75E887153769}" destId="{6B8CB09B-1197-4317-A610-92119323173E}" srcOrd="3" destOrd="0" parTransId="{561ED1AF-0691-48BC-BF36-E584FA77170D}" sibTransId="{64919C03-3417-485F-A406-3505256B7187}"/>
    <dgm:cxn modelId="{FFD875F4-4B83-48A2-840E-FF20E51A80A7}" type="presOf" srcId="{19B62E86-E25A-4729-83A6-F8CB3269C649}" destId="{421ED0E8-0E36-429D-99A7-5424BB027EFA}" srcOrd="0" destOrd="0" presId="urn:microsoft.com/office/officeart/2005/8/layout/bProcess3"/>
    <dgm:cxn modelId="{658E6513-2859-49B6-8126-F0AA614F9205}" type="presParOf" srcId="{4A67795C-2DF9-4D44-8C84-20105C4914D6}" destId="{2C58166E-1920-4EBF-A1C8-D07E5F3F17D7}" srcOrd="0" destOrd="0" presId="urn:microsoft.com/office/officeart/2005/8/layout/bProcess3"/>
    <dgm:cxn modelId="{73B168B0-B262-4963-B315-BF19BD664129}" type="presParOf" srcId="{4A67795C-2DF9-4D44-8C84-20105C4914D6}" destId="{2EB7319D-F2BE-4D3A-BF93-C59CCB56FD07}" srcOrd="1" destOrd="0" presId="urn:microsoft.com/office/officeart/2005/8/layout/bProcess3"/>
    <dgm:cxn modelId="{A08E1BC7-AC1C-4E3F-9506-E45EBF278BED}" type="presParOf" srcId="{2EB7319D-F2BE-4D3A-BF93-C59CCB56FD07}" destId="{41C7597B-04FE-4D11-8E1C-A45FB42D7D68}" srcOrd="0" destOrd="0" presId="urn:microsoft.com/office/officeart/2005/8/layout/bProcess3"/>
    <dgm:cxn modelId="{B5D71D31-29CE-4034-BFAB-6BAD3BE8D4A1}" type="presParOf" srcId="{4A67795C-2DF9-4D44-8C84-20105C4914D6}" destId="{1063E68E-846B-4DF8-9D82-30344D1FE881}" srcOrd="2" destOrd="0" presId="urn:microsoft.com/office/officeart/2005/8/layout/bProcess3"/>
    <dgm:cxn modelId="{DD8D8DE4-789E-43CD-909F-50785615F122}" type="presParOf" srcId="{4A67795C-2DF9-4D44-8C84-20105C4914D6}" destId="{6CF07C53-DB4D-4E6D-AF91-43C167776542}" srcOrd="3" destOrd="0" presId="urn:microsoft.com/office/officeart/2005/8/layout/bProcess3"/>
    <dgm:cxn modelId="{686BF4AD-2D0E-4D83-A26B-A7C79E5923D1}" type="presParOf" srcId="{6CF07C53-DB4D-4E6D-AF91-43C167776542}" destId="{7668960F-F602-4D30-91E3-0688FCEDAF8A}" srcOrd="0" destOrd="0" presId="urn:microsoft.com/office/officeart/2005/8/layout/bProcess3"/>
    <dgm:cxn modelId="{B6E82A05-6848-45D5-B186-2C7A415FFF32}" type="presParOf" srcId="{4A67795C-2DF9-4D44-8C84-20105C4914D6}" destId="{3C93AA42-6876-4C1F-A289-E4215BB4DD2B}" srcOrd="4" destOrd="0" presId="urn:microsoft.com/office/officeart/2005/8/layout/bProcess3"/>
    <dgm:cxn modelId="{4988F4F6-134B-4255-AE58-07702DAC1BBF}" type="presParOf" srcId="{4A67795C-2DF9-4D44-8C84-20105C4914D6}" destId="{421ED0E8-0E36-429D-99A7-5424BB027EFA}" srcOrd="5" destOrd="0" presId="urn:microsoft.com/office/officeart/2005/8/layout/bProcess3"/>
    <dgm:cxn modelId="{0095AD05-A12E-4616-AB22-55D1309DCE0E}" type="presParOf" srcId="{421ED0E8-0E36-429D-99A7-5424BB027EFA}" destId="{829E3F56-36FE-469C-94ED-813D269DEF60}" srcOrd="0" destOrd="0" presId="urn:microsoft.com/office/officeart/2005/8/layout/bProcess3"/>
    <dgm:cxn modelId="{06176598-83B6-4A2A-91DC-DF1673529A9D}" type="presParOf" srcId="{4A67795C-2DF9-4D44-8C84-20105C4914D6}" destId="{31542AA4-A32B-495C-8DDC-CD7A56E3CF0F}" srcOrd="6" destOrd="0" presId="urn:microsoft.com/office/officeart/2005/8/layout/bProcess3"/>
    <dgm:cxn modelId="{89AB6CAB-2F44-44B0-B022-5631962D5EE5}" type="presParOf" srcId="{4A67795C-2DF9-4D44-8C84-20105C4914D6}" destId="{B2ABDBD1-A3CC-4DBA-ADE8-166580E7E8E5}" srcOrd="7" destOrd="0" presId="urn:microsoft.com/office/officeart/2005/8/layout/bProcess3"/>
    <dgm:cxn modelId="{CC83E339-29FA-4EAF-A897-3379818E24FC}" type="presParOf" srcId="{B2ABDBD1-A3CC-4DBA-ADE8-166580E7E8E5}" destId="{E74DB6B6-4C40-4029-A2C7-D05F11D41D7D}" srcOrd="0" destOrd="0" presId="urn:microsoft.com/office/officeart/2005/8/layout/bProcess3"/>
    <dgm:cxn modelId="{1540B7C4-0674-42E9-A0BF-8B788B77C575}" type="presParOf" srcId="{4A67795C-2DF9-4D44-8C84-20105C4914D6}" destId="{116DF05C-F1B6-4D0E-B56B-1061AEA1C0A8}" srcOrd="8" destOrd="0" presId="urn:microsoft.com/office/officeart/2005/8/layout/bProcess3"/>
    <dgm:cxn modelId="{2D097555-4F4E-4137-B7A2-55362EC185BC}" type="presParOf" srcId="{4A67795C-2DF9-4D44-8C84-20105C4914D6}" destId="{23B3E7FF-DA29-48FF-820D-CC05EE4CA517}" srcOrd="9" destOrd="0" presId="urn:microsoft.com/office/officeart/2005/8/layout/bProcess3"/>
    <dgm:cxn modelId="{B2E337BE-23D0-48AF-B110-4728FB69E62C}" type="presParOf" srcId="{23B3E7FF-DA29-48FF-820D-CC05EE4CA517}" destId="{5B4681BF-037F-4959-B393-71DA476A2601}" srcOrd="0" destOrd="0" presId="urn:microsoft.com/office/officeart/2005/8/layout/bProcess3"/>
    <dgm:cxn modelId="{CDE0F303-4BF5-4E58-B65A-8C99D935F961}" type="presParOf" srcId="{4A67795C-2DF9-4D44-8C84-20105C4914D6}" destId="{718A40BD-6C7D-4C42-BDAF-050AF9744D43}" srcOrd="10" destOrd="0" presId="urn:microsoft.com/office/officeart/2005/8/layout/bProcess3"/>
    <dgm:cxn modelId="{83C629F5-2757-4352-8A5D-8BE88929701F}" type="presParOf" srcId="{4A67795C-2DF9-4D44-8C84-20105C4914D6}" destId="{49620524-F5DA-4378-8734-1B3224F85B5A}" srcOrd="11" destOrd="0" presId="urn:microsoft.com/office/officeart/2005/8/layout/bProcess3"/>
    <dgm:cxn modelId="{60E45BC6-AE07-43A4-8069-E12CAAFE5A55}" type="presParOf" srcId="{49620524-F5DA-4378-8734-1B3224F85B5A}" destId="{2ABA4B7D-98B7-43FA-8774-2A8D830EACA2}" srcOrd="0" destOrd="0" presId="urn:microsoft.com/office/officeart/2005/8/layout/bProcess3"/>
    <dgm:cxn modelId="{0B45A017-501A-4D6B-9969-375192349818}" type="presParOf" srcId="{4A67795C-2DF9-4D44-8C84-20105C4914D6}" destId="{C0708A3A-0E28-4165-950C-74F3C4BEFBFF}" srcOrd="12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B7319D-F2BE-4D3A-BF93-C59CCB56FD07}">
      <dsp:nvSpPr>
        <dsp:cNvPr id="0" name=""/>
        <dsp:cNvSpPr/>
      </dsp:nvSpPr>
      <dsp:spPr>
        <a:xfrm>
          <a:off x="3265930" y="675286"/>
          <a:ext cx="5203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0382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512347" y="718251"/>
        <a:ext cx="27549" cy="5509"/>
      </dsp:txXfrm>
    </dsp:sp>
    <dsp:sp modelId="{2C58166E-1920-4EBF-A1C8-D07E5F3F17D7}">
      <dsp:nvSpPr>
        <dsp:cNvPr id="0" name=""/>
        <dsp:cNvSpPr/>
      </dsp:nvSpPr>
      <dsp:spPr>
        <a:xfrm>
          <a:off x="872155" y="2334"/>
          <a:ext cx="2395574" cy="143734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4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6000"/>
                <a:satMod val="130000"/>
                <a:lumMod val="8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Soil + Crop </a:t>
          </a:r>
        </a:p>
      </dsp:txBody>
      <dsp:txXfrm>
        <a:off x="872155" y="2334"/>
        <a:ext cx="2395574" cy="1437344"/>
      </dsp:txXfrm>
    </dsp:sp>
    <dsp:sp modelId="{6CF07C53-DB4D-4E6D-AF91-43C167776542}">
      <dsp:nvSpPr>
        <dsp:cNvPr id="0" name=""/>
        <dsp:cNvSpPr/>
      </dsp:nvSpPr>
      <dsp:spPr>
        <a:xfrm>
          <a:off x="6212487" y="675286"/>
          <a:ext cx="5203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0382" y="45720"/>
              </a:lnTo>
            </a:path>
          </a:pathLst>
        </a:custGeom>
        <a:noFill/>
        <a:ln w="9525" cap="flat" cmpd="sng" algn="ctr">
          <a:solidFill>
            <a:schemeClr val="accent2">
              <a:hueOff val="531157"/>
              <a:satOff val="1827"/>
              <a:lumOff val="-353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6458903" y="718251"/>
        <a:ext cx="27549" cy="5509"/>
      </dsp:txXfrm>
    </dsp:sp>
    <dsp:sp modelId="{1063E68E-846B-4DF8-9D82-30344D1FE881}">
      <dsp:nvSpPr>
        <dsp:cNvPr id="0" name=""/>
        <dsp:cNvSpPr/>
      </dsp:nvSpPr>
      <dsp:spPr>
        <a:xfrm>
          <a:off x="3818712" y="2334"/>
          <a:ext cx="2395574" cy="1437344"/>
        </a:xfrm>
        <a:prstGeom prst="rect">
          <a:avLst/>
        </a:prstGeom>
        <a:gradFill rotWithShape="0">
          <a:gsLst>
            <a:gs pos="0">
              <a:schemeClr val="accent2">
                <a:hueOff val="442631"/>
                <a:satOff val="1522"/>
                <a:lumOff val="-294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442631"/>
                <a:satOff val="1522"/>
                <a:lumOff val="-294"/>
                <a:alphaOff val="0"/>
                <a:shade val="84000"/>
                <a:satMod val="130000"/>
                <a:lumMod val="92000"/>
              </a:schemeClr>
            </a:gs>
            <a:gs pos="100000">
              <a:schemeClr val="accent2">
                <a:hueOff val="442631"/>
                <a:satOff val="1522"/>
                <a:lumOff val="-294"/>
                <a:alphaOff val="0"/>
                <a:shade val="76000"/>
                <a:satMod val="130000"/>
                <a:lumMod val="8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Environmental Inputs </a:t>
          </a:r>
        </a:p>
      </dsp:txBody>
      <dsp:txXfrm>
        <a:off x="3818712" y="2334"/>
        <a:ext cx="2395574" cy="1437344"/>
      </dsp:txXfrm>
    </dsp:sp>
    <dsp:sp modelId="{421ED0E8-0E36-429D-99A7-5424BB027EFA}">
      <dsp:nvSpPr>
        <dsp:cNvPr id="0" name=""/>
        <dsp:cNvSpPr/>
      </dsp:nvSpPr>
      <dsp:spPr>
        <a:xfrm>
          <a:off x="2069943" y="1437878"/>
          <a:ext cx="5893113" cy="520382"/>
        </a:xfrm>
        <a:custGeom>
          <a:avLst/>
          <a:gdLst/>
          <a:ahLst/>
          <a:cxnLst/>
          <a:rect l="0" t="0" r="0" b="0"/>
          <a:pathLst>
            <a:path>
              <a:moveTo>
                <a:pt x="5893113" y="0"/>
              </a:moveTo>
              <a:lnTo>
                <a:pt x="5893113" y="277291"/>
              </a:lnTo>
              <a:lnTo>
                <a:pt x="0" y="277291"/>
              </a:lnTo>
              <a:lnTo>
                <a:pt x="0" y="520382"/>
              </a:lnTo>
            </a:path>
          </a:pathLst>
        </a:custGeom>
        <a:noFill/>
        <a:ln w="9525" cap="flat" cmpd="sng" algn="ctr">
          <a:solidFill>
            <a:schemeClr val="accent2">
              <a:hueOff val="1062314"/>
              <a:satOff val="3654"/>
              <a:lumOff val="-706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868529" y="1695315"/>
        <a:ext cx="295940" cy="5509"/>
      </dsp:txXfrm>
    </dsp:sp>
    <dsp:sp modelId="{3C93AA42-6876-4C1F-A289-E4215BB4DD2B}">
      <dsp:nvSpPr>
        <dsp:cNvPr id="0" name=""/>
        <dsp:cNvSpPr/>
      </dsp:nvSpPr>
      <dsp:spPr>
        <a:xfrm>
          <a:off x="6765269" y="2334"/>
          <a:ext cx="2395574" cy="1437344"/>
        </a:xfrm>
        <a:prstGeom prst="rect">
          <a:avLst/>
        </a:prstGeom>
        <a:gradFill rotWithShape="0">
          <a:gsLst>
            <a:gs pos="0">
              <a:schemeClr val="accent2">
                <a:hueOff val="885262"/>
                <a:satOff val="3045"/>
                <a:lumOff val="-588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885262"/>
                <a:satOff val="3045"/>
                <a:lumOff val="-588"/>
                <a:alphaOff val="0"/>
                <a:shade val="84000"/>
                <a:satMod val="130000"/>
                <a:lumMod val="92000"/>
              </a:schemeClr>
            </a:gs>
            <a:gs pos="100000">
              <a:schemeClr val="accent2">
                <a:hueOff val="885262"/>
                <a:satOff val="3045"/>
                <a:lumOff val="-588"/>
                <a:alphaOff val="0"/>
                <a:shade val="76000"/>
                <a:satMod val="130000"/>
                <a:lumMod val="8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Preprocessing</a:t>
          </a:r>
        </a:p>
      </dsp:txBody>
      <dsp:txXfrm>
        <a:off x="6765269" y="2334"/>
        <a:ext cx="2395574" cy="1437344"/>
      </dsp:txXfrm>
    </dsp:sp>
    <dsp:sp modelId="{B2ABDBD1-A3CC-4DBA-ADE8-166580E7E8E5}">
      <dsp:nvSpPr>
        <dsp:cNvPr id="0" name=""/>
        <dsp:cNvSpPr/>
      </dsp:nvSpPr>
      <dsp:spPr>
        <a:xfrm>
          <a:off x="3265930" y="2663613"/>
          <a:ext cx="5203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0382" y="45720"/>
              </a:lnTo>
            </a:path>
          </a:pathLst>
        </a:custGeom>
        <a:noFill/>
        <a:ln w="9525" cap="flat" cmpd="sng" algn="ctr">
          <a:solidFill>
            <a:schemeClr val="accent2">
              <a:hueOff val="1593471"/>
              <a:satOff val="5481"/>
              <a:lumOff val="-1059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512347" y="2706578"/>
        <a:ext cx="27549" cy="5509"/>
      </dsp:txXfrm>
    </dsp:sp>
    <dsp:sp modelId="{31542AA4-A32B-495C-8DDC-CD7A56E3CF0F}">
      <dsp:nvSpPr>
        <dsp:cNvPr id="0" name=""/>
        <dsp:cNvSpPr/>
      </dsp:nvSpPr>
      <dsp:spPr>
        <a:xfrm>
          <a:off x="872155" y="1990661"/>
          <a:ext cx="2395574" cy="1437344"/>
        </a:xfrm>
        <a:prstGeom prst="rect">
          <a:avLst/>
        </a:prstGeom>
        <a:gradFill rotWithShape="0">
          <a:gsLst>
            <a:gs pos="0">
              <a:schemeClr val="accent2">
                <a:hueOff val="1327892"/>
                <a:satOff val="4567"/>
                <a:lumOff val="-882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1327892"/>
                <a:satOff val="4567"/>
                <a:lumOff val="-882"/>
                <a:alphaOff val="0"/>
                <a:shade val="84000"/>
                <a:satMod val="130000"/>
                <a:lumMod val="92000"/>
              </a:schemeClr>
            </a:gs>
            <a:gs pos="100000">
              <a:schemeClr val="accent2">
                <a:hueOff val="1327892"/>
                <a:satOff val="4567"/>
                <a:lumOff val="-882"/>
                <a:alphaOff val="0"/>
                <a:shade val="76000"/>
                <a:satMod val="130000"/>
                <a:lumMod val="8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Feature Preparation </a:t>
          </a:r>
        </a:p>
      </dsp:txBody>
      <dsp:txXfrm>
        <a:off x="872155" y="1990661"/>
        <a:ext cx="2395574" cy="1437344"/>
      </dsp:txXfrm>
    </dsp:sp>
    <dsp:sp modelId="{23B3E7FF-DA29-48FF-820D-CC05EE4CA517}">
      <dsp:nvSpPr>
        <dsp:cNvPr id="0" name=""/>
        <dsp:cNvSpPr/>
      </dsp:nvSpPr>
      <dsp:spPr>
        <a:xfrm>
          <a:off x="6212487" y="2663613"/>
          <a:ext cx="5203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0382" y="45720"/>
              </a:lnTo>
            </a:path>
          </a:pathLst>
        </a:custGeom>
        <a:noFill/>
        <a:ln w="9525" cap="flat" cmpd="sng" algn="ctr">
          <a:solidFill>
            <a:schemeClr val="accent2">
              <a:hueOff val="2124628"/>
              <a:satOff val="7308"/>
              <a:lumOff val="-1412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6458903" y="2706578"/>
        <a:ext cx="27549" cy="5509"/>
      </dsp:txXfrm>
    </dsp:sp>
    <dsp:sp modelId="{116DF05C-F1B6-4D0E-B56B-1061AEA1C0A8}">
      <dsp:nvSpPr>
        <dsp:cNvPr id="0" name=""/>
        <dsp:cNvSpPr/>
      </dsp:nvSpPr>
      <dsp:spPr>
        <a:xfrm>
          <a:off x="3818712" y="1990661"/>
          <a:ext cx="2395574" cy="1437344"/>
        </a:xfrm>
        <a:prstGeom prst="rect">
          <a:avLst/>
        </a:prstGeom>
        <a:gradFill rotWithShape="0">
          <a:gsLst>
            <a:gs pos="0">
              <a:schemeClr val="accent2">
                <a:hueOff val="1770523"/>
                <a:satOff val="6090"/>
                <a:lumOff val="-1177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1770523"/>
                <a:satOff val="6090"/>
                <a:lumOff val="-1177"/>
                <a:alphaOff val="0"/>
                <a:shade val="84000"/>
                <a:satMod val="130000"/>
                <a:lumMod val="92000"/>
              </a:schemeClr>
            </a:gs>
            <a:gs pos="100000">
              <a:schemeClr val="accent2">
                <a:hueOff val="1770523"/>
                <a:satOff val="6090"/>
                <a:lumOff val="-1177"/>
                <a:alphaOff val="0"/>
                <a:shade val="76000"/>
                <a:satMod val="130000"/>
                <a:lumMod val="8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Multiple ML Models</a:t>
          </a:r>
        </a:p>
      </dsp:txBody>
      <dsp:txXfrm>
        <a:off x="3818712" y="1990661"/>
        <a:ext cx="2395574" cy="1437344"/>
      </dsp:txXfrm>
    </dsp:sp>
    <dsp:sp modelId="{49620524-F5DA-4378-8734-1B3224F85B5A}">
      <dsp:nvSpPr>
        <dsp:cNvPr id="0" name=""/>
        <dsp:cNvSpPr/>
      </dsp:nvSpPr>
      <dsp:spPr>
        <a:xfrm>
          <a:off x="2069943" y="3426205"/>
          <a:ext cx="5893113" cy="520382"/>
        </a:xfrm>
        <a:custGeom>
          <a:avLst/>
          <a:gdLst/>
          <a:ahLst/>
          <a:cxnLst/>
          <a:rect l="0" t="0" r="0" b="0"/>
          <a:pathLst>
            <a:path>
              <a:moveTo>
                <a:pt x="5893113" y="0"/>
              </a:moveTo>
              <a:lnTo>
                <a:pt x="5893113" y="277291"/>
              </a:lnTo>
              <a:lnTo>
                <a:pt x="0" y="277291"/>
              </a:lnTo>
              <a:lnTo>
                <a:pt x="0" y="520382"/>
              </a:lnTo>
            </a:path>
          </a:pathLst>
        </a:custGeom>
        <a:noFill/>
        <a:ln w="9525" cap="flat" cmpd="sng" algn="ctr">
          <a:solidFill>
            <a:schemeClr val="accent2">
              <a:hueOff val="2655785"/>
              <a:satOff val="9135"/>
              <a:lumOff val="-1765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868529" y="3683642"/>
        <a:ext cx="295940" cy="5509"/>
      </dsp:txXfrm>
    </dsp:sp>
    <dsp:sp modelId="{718A40BD-6C7D-4C42-BDAF-050AF9744D43}">
      <dsp:nvSpPr>
        <dsp:cNvPr id="0" name=""/>
        <dsp:cNvSpPr/>
      </dsp:nvSpPr>
      <dsp:spPr>
        <a:xfrm>
          <a:off x="6765269" y="1990661"/>
          <a:ext cx="2395574" cy="1437344"/>
        </a:xfrm>
        <a:prstGeom prst="rect">
          <a:avLst/>
        </a:prstGeom>
        <a:gradFill rotWithShape="0">
          <a:gsLst>
            <a:gs pos="0">
              <a:schemeClr val="accent2">
                <a:hueOff val="2213154"/>
                <a:satOff val="7612"/>
                <a:lumOff val="-147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2213154"/>
                <a:satOff val="7612"/>
                <a:lumOff val="-1471"/>
                <a:alphaOff val="0"/>
                <a:shade val="84000"/>
                <a:satMod val="130000"/>
                <a:lumMod val="92000"/>
              </a:schemeClr>
            </a:gs>
            <a:gs pos="100000">
              <a:schemeClr val="accent2">
                <a:hueOff val="2213154"/>
                <a:satOff val="7612"/>
                <a:lumOff val="-1471"/>
                <a:alphaOff val="0"/>
                <a:shade val="76000"/>
                <a:satMod val="130000"/>
                <a:lumMod val="8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Model Comparison/Tuning </a:t>
          </a:r>
        </a:p>
      </dsp:txBody>
      <dsp:txXfrm>
        <a:off x="6765269" y="1990661"/>
        <a:ext cx="2395574" cy="1437344"/>
      </dsp:txXfrm>
    </dsp:sp>
    <dsp:sp modelId="{C0708A3A-0E28-4165-950C-74F3C4BEFBFF}">
      <dsp:nvSpPr>
        <dsp:cNvPr id="0" name=""/>
        <dsp:cNvSpPr/>
      </dsp:nvSpPr>
      <dsp:spPr>
        <a:xfrm>
          <a:off x="872155" y="3978988"/>
          <a:ext cx="2395574" cy="1437344"/>
        </a:xfrm>
        <a:prstGeom prst="rect">
          <a:avLst/>
        </a:prstGeom>
        <a:gradFill rotWithShape="0">
          <a:gsLst>
            <a:gs pos="0">
              <a:schemeClr val="accent2">
                <a:hueOff val="2655785"/>
                <a:satOff val="9135"/>
                <a:lumOff val="-1765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2655785"/>
                <a:satOff val="9135"/>
                <a:lumOff val="-1765"/>
                <a:alphaOff val="0"/>
                <a:shade val="84000"/>
                <a:satMod val="130000"/>
                <a:lumMod val="92000"/>
              </a:schemeClr>
            </a:gs>
            <a:gs pos="100000">
              <a:schemeClr val="accent2">
                <a:hueOff val="2655785"/>
                <a:satOff val="9135"/>
                <a:lumOff val="-1765"/>
                <a:alphaOff val="0"/>
                <a:shade val="76000"/>
                <a:satMod val="130000"/>
                <a:lumMod val="8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Fertilizer Recommendation</a:t>
          </a:r>
        </a:p>
      </dsp:txBody>
      <dsp:txXfrm>
        <a:off x="872155" y="3978988"/>
        <a:ext cx="2395574" cy="14373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151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771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706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584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6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144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1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995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17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3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5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452651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76360" y="1828800"/>
            <a:ext cx="790024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Fertilizer Recommendation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467" y="3246120"/>
            <a:ext cx="1023735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machine learning for data-driven fertilizer recommendations</a:t>
            </a:r>
            <a:b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320040"/>
            <a:ext cx="10546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/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417320"/>
            <a:ext cx="1018032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Fertilizer selection depends on multiple agricultural and environmental factors.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data-driven recommendation can make fertilizer selection more systematic and consistent.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several models helps identify a robust prediction approach.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78" y="320040"/>
            <a:ext cx="105156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2266" y="1417320"/>
            <a:ext cx="10044853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ensemble machine-learning system that recommends suitable fertilizers using soil, crop, and environmental information.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classification models were evaluated to select a high-performing approach.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60" y="320040"/>
            <a:ext cx="297216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60" y="1417320"/>
            <a:ext cx="1051560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and explored the agricultural dataset.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relevant soil, crop, and environmental features as model inputs.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and compared Extra Trees, Random Forest,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AdaBoost.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model comparison and tuning to improve predictive performance.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the best-performing approach for fertilizer recommendation.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78" y="320040"/>
            <a:ext cx="105156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B075C8C-961A-F71E-9E44-07FEAFD6D8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575251"/>
              </p:ext>
            </p:extLst>
          </p:nvPr>
        </p:nvGraphicFramePr>
        <p:xfrm>
          <a:off x="1202267" y="1119293"/>
          <a:ext cx="10033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78" y="320040"/>
            <a:ext cx="105156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78" y="1417320"/>
            <a:ext cx="1014984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 Trees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AdaBoost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Results /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Achieved 96% prediction accuracy.</a:t>
            </a:r>
          </a:p>
          <a:p>
            <a:pPr>
              <a:spcAft>
                <a:spcPts val="1200"/>
              </a:spcAft>
              <a:defRPr sz="2000"/>
            </a:pPr>
            <a:r>
              <a:t>Demonstrated the value of ensemble-model comparison for recommendation tasks.</a:t>
            </a:r>
          </a:p>
          <a:p>
            <a:pPr>
              <a:spcAft>
                <a:spcPts val="1200"/>
              </a:spcAft>
              <a:defRPr sz="2000"/>
            </a:pPr>
            <a:r>
              <a:t>Built a foundation for data-driven agricultural decision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Explainable recommendations</a:t>
            </a:r>
          </a:p>
          <a:p>
            <a:pPr>
              <a:spcAft>
                <a:spcPts val="1200"/>
              </a:spcAft>
              <a:defRPr sz="2000"/>
            </a:pPr>
            <a:r>
              <a:t>Mobile/web deployment</a:t>
            </a:r>
          </a:p>
          <a:p>
            <a:pPr>
              <a:spcAft>
                <a:spcPts val="1200"/>
              </a:spcAft>
              <a:defRPr sz="2000"/>
            </a:pPr>
            <a:r>
              <a:t>Regional crop datasets</a:t>
            </a:r>
          </a:p>
          <a:p>
            <a:pPr>
              <a:spcAft>
                <a:spcPts val="1200"/>
              </a:spcAft>
              <a:defRPr sz="2000"/>
            </a:pPr>
            <a:r>
              <a:t>Confidence scores</a:t>
            </a:r>
          </a:p>
          <a:p>
            <a:pPr>
              <a:spcAft>
                <a:spcPts val="1200"/>
              </a:spcAft>
              <a:defRPr sz="2000"/>
            </a:pPr>
            <a:r>
              <a:t>Real-time weather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Fertilizer Recommendation System demonstrates practical application of data/AI engineering concepts.</a:t>
            </a:r>
          </a:p>
          <a:p>
            <a:pPr>
              <a:spcAft>
                <a:spcPts val="1200"/>
              </a:spcAft>
              <a:defRPr sz="2000"/>
            </a:pPr>
            <a:r>
              <a:t>The project emphasizes measurable problem-solving, clear workflows, and scalable thinking.</a:t>
            </a:r>
          </a:p>
          <a:p>
            <a:pPr>
              <a:spcAft>
                <a:spcPts val="1200"/>
              </a:spcAft>
              <a:defRPr sz="2000"/>
            </a:pPr>
            <a:r>
              <a:t>Public-facing materials intentionally exclude confidential or proprietary implementation details.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15</TotalTime>
  <Words>247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MS Shell Dlg 2</vt:lpstr>
      <vt:lpstr>Times New Roman</vt:lpstr>
      <vt:lpstr>Wingdings</vt:lpstr>
      <vt:lpstr>Wingdings 3</vt:lpstr>
      <vt:lpstr>Madison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Om vinayak</cp:lastModifiedBy>
  <cp:revision>2</cp:revision>
  <dcterms:created xsi:type="dcterms:W3CDTF">2013-01-27T09:14:16Z</dcterms:created>
  <dcterms:modified xsi:type="dcterms:W3CDTF">2026-09-06T06:09:44Z</dcterms:modified>
  <cp:category/>
</cp:coreProperties>
</file>